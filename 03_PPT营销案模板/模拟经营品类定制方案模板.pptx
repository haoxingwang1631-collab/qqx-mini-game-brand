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D9F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2D9F5D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QQ媒体 × 模拟经营小游戏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品牌营销定制方案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[游戏名称] 专属方案 ｜ 温暖经营，好友共建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QQ Media × Mini Game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9F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模拟经营行业趋势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治愈系游戏的崛起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模拟经营品类核心趋势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371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9F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高增长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品类增速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模拟经营品类在小游戏生态中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增速位居前三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371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9F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泛休闲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38328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用户画像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女性用户占比高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18-30岁年轻用户为主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56032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371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9F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中留存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21792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留存表现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中周期留存表现优秀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用户粘性高于纯休闲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模拟经营 × QQ：社交共建的温暖体验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45720"/>
          </a:xfrm>
          <a:prstGeom prst="rect">
            <a:avLst/>
          </a:prstGeom>
          <a:solidFill>
            <a:srgbClr val="2D9F5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645920"/>
          </a:xfrm>
          <a:prstGeom prst="rect">
            <a:avLst/>
          </a:prstGeom>
          <a:solidFill>
            <a:srgbClr val="2D9F5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好友互访互助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模拟经营天然适合好友互动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'来我农场帮忙浇水' = 社交+游戏结合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54864" cy="1645920"/>
          </a:xfrm>
          <a:prstGeom prst="rect">
            <a:avLst/>
          </a:prstGeom>
          <a:solidFill>
            <a:srgbClr val="2D9F5D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QQ空间种草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在QQ空间分享我的'小店/农场/城市'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治愈系内容自然传播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54864" cy="1645920"/>
          </a:xfrm>
          <a:prstGeom prst="rect">
            <a:avLst/>
          </a:prstGeom>
          <a:solidFill>
            <a:srgbClr val="2D9F5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女性用户触达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QQ的年轻女性用户群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与模拟经营品类高度匹配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108960"/>
            <a:ext cx="54864" cy="1645920"/>
          </a:xfrm>
          <a:prstGeom prst="rect">
            <a:avLst/>
          </a:prstGeom>
          <a:solidFill>
            <a:srgbClr val="2D9F5D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沉浸式品牌植入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在游戏场景中植入品牌元素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自然融入、用户体验友好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9F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沉浸式合作方案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在温暖的游戏世界里讲品牌故事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推荐创意玩法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45720"/>
          </a:xfrm>
          <a:prstGeom prst="rect">
            <a:avLst/>
          </a:prstGeom>
          <a:solidFill>
            <a:srgbClr val="2D9F5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645920"/>
          </a:xfrm>
          <a:prstGeom prst="rect">
            <a:avLst/>
          </a:prstGeom>
          <a:solidFill>
            <a:srgbClr val="2D9F5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好友农场/小镇互访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在QQ内直接访问好友的游戏世界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'来我的小镇逛逛' = 最治愈的社交邀请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54864" cy="1645920"/>
          </a:xfrm>
          <a:prstGeom prst="rect">
            <a:avLst/>
          </a:prstGeom>
          <a:solidFill>
            <a:srgbClr val="2D9F5D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经营日记分享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自动生成精美的经营日记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一键分享到QQ空间/朋友说说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840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54864" cy="1645920"/>
          </a:xfrm>
          <a:prstGeom prst="rect">
            <a:avLst/>
          </a:prstGeom>
          <a:solidFill>
            <a:srgbClr val="2D9F5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联名主题装扮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 × 游戏联名限定装扮/皮肤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社交身份认同 + 收藏欲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3840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108960"/>
            <a:ext cx="54864" cy="1645920"/>
          </a:xfrm>
          <a:prstGeom prst="rect">
            <a:avLst/>
          </a:prstGeom>
          <a:solidFill>
            <a:srgbClr val="2D9F5D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节日合作经营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节日限定经营活动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好友协力完成特殊任务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效果预估（中周期投放）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F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首月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F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F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F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总曝光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XX万+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XX万+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QQ空间 + 信息流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试玩转化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XX万+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XX万+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含互访体验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社交分享次数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XX万+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XX万+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经营日记分享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30日留存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XX%+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XX%+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社交绑定提升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品牌好感度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+XX%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+XX%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沉浸式植入效果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9F5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在QQ的社交世界里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一起建造属于我们的温暖故事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[销售姓名]  |  [手机号]  |  [企微二维码]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QQ媒体 × 模拟经营小游戏 定制方案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D9F5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QQ x Simulation Game Marketing Proposal</dc:title>
  <dc:subject>PptxGenJS Presentation</dc:subject>
  <dc:creator>QQ Media</dc:creator>
  <cp:lastModifiedBy>QQ Media</cp:lastModifiedBy>
  <cp:revision>1</cp:revision>
  <dcterms:created xsi:type="dcterms:W3CDTF">2026-03-30T04:54:53Z</dcterms:created>
  <dcterms:modified xsi:type="dcterms:W3CDTF">2026-03-30T04:54:53Z</dcterms:modified>
</cp:coreProperties>
</file>