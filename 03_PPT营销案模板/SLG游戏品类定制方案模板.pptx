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QQ媒体 × SLG小游戏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品牌营销定制方案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[游戏名称] 专属方案 ｜ 策略对决，社交征服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QQ Media × Mini Game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B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SLG行业趋势洞察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重度赛道的小游戏突围之路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SLG小游戏行业核心数据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手转小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核心趋势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传统SLG以小游戏形态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降低用户体验门槛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高LTV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用户价值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SLG用户付费意愿强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长线留存表现优秀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社交强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玩法特征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联盟/对抗/外交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社交绑定是留存核心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SLG × QQ：社交关系链的战略价值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硬核玩家社交需求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SLG玩家需要稳定的社交关系来支撑联盟玩法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QQ的强关系链是天然的联盟基础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QQ群 = 天然盟会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SLG玩家习惯用QQ群进行战术沟通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QQ是SLG社交的'第二战场'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长线用户培育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SLG需要长线用户运营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QQ的社交场景支持持续触达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0896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年轻用户拓新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SLG需要拓展年轻用户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QQ是触达Z世代SLG潜在玩家的最佳渠道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B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深度互动合作方案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策略+社交的差异化营销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推荐创意玩法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QQ群服联盟战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通过QQ群组建联盟，发起跨服对抗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社交绑定 + 竞技激情 = 超高活跃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策略挑战赛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在QQ空间发起策略脑力挑战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展示SLG策略深度，吸引硬核玩家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指挥官直播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QQ直播间进行大型会战直播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观众实时参与指挥决策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0896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QQ游戏中心专题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QQ游戏中心开设SLG专题页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深度展示游戏世界观和玩法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效果预估（长线投放）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首月(品牌期)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2-3月(效果期)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总曝光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品牌+效果全覆盖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核心用户获取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精准SLG用户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7日留存率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社交绑定提升留存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联盟创建数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XX个+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XX个+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QQ群驱动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预估LTV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长线价值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用社交关系链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构建游戏世界的战略联盟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[销售姓名]  |  [手机号]  |  [企微二维码]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QQ媒体 × SLG小游戏 定制方案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QQ x SLG Marketing Proposal</dc:title>
  <dc:subject>PptxGenJS Presentation</dc:subject>
  <dc:creator>QQ Media</dc:creator>
  <cp:lastModifiedBy>QQ Media</cp:lastModifiedBy>
  <cp:revision>1</cp:revision>
  <dcterms:created xsi:type="dcterms:W3CDTF">2026-03-30T04:54:53Z</dcterms:created>
  <dcterms:modified xsi:type="dcterms:W3CDTF">2026-03-30T04:54:53Z</dcterms:modified>
</cp:coreProperties>
</file>