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1A73E8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QQ媒体 × 微信小游戏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品牌营销合作方案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[客户名称] 专属定制 ｜ 2026年Q2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QQ Media × Mini Game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7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QQ媒体生态价值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触达中国最年轻的社交用户群体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QQ核心数据一览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3716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73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5亿+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月活跃用户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中国最大的年轻人社交平台之一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56032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3716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73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38328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25岁以下用户占比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Z世代核心社交阵地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56032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3716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73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高活跃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21792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社交互动频次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熟人关系链驱动的深度社交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QQ媒体独特优势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457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6459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最年轻的社交用户群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QQ是中国互联网唯一以15-25岁为核心的社交平台，Z世代浓度极高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88720"/>
            <a:ext cx="54864" cy="16459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深度熟人关系链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1737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同学/朋友的强关系推荐，信任度远超算法推荐和KOL种草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108960"/>
            <a:ext cx="54864" cy="16459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天然游戏基因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QQ游戏大厅、QQ空间小游戏等积淀，用户对'在QQ上玩游戏'有天然心智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1089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3108960"/>
            <a:ext cx="54864" cy="16459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差异化社交场景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聊天/空间/音乐/阅读等多元场景，'一起玩'而非'刷到就玩'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7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用户画像与数据洞察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精准匹配您的目标用户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 × [游戏名] 用户画像匹配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457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6459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年龄画像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QQ核心用户15-25岁，与[游戏名]目标用户高度重合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[此处填入具体重合度数据]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88720"/>
            <a:ext cx="54864" cy="16459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兴趣标签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1737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二次元/潮流文化/社交游戏/音乐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[此处填入与游戏品类匹配的兴趣标签]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108960"/>
            <a:ext cx="54864" cy="16459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社交行为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日均社交互动频次高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好友关系链活跃，利于社交裂变传播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1089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3108960"/>
            <a:ext cx="54864" cy="16459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地域分布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一二线城市+校园用户为主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[此处填入城市分布数据]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7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合作模式与资源矩阵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品效协同的营销解决方案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QQ媒体营销资源矩阵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资源类型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形式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核心价值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参考价格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开屏广告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全屏展示（图片/视频）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超强品牌曝光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CPT定价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信息流广告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QQ空间/看点原生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融入社交场景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CPM/CPC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社交互动广告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好友组队/挑战赛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社交裂变传播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定制报价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QQ音乐联动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歌单/BGM合作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沉浸式品牌体验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定制报价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品牌专区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定制化品牌空间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深度品牌展示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定制报价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创意营销玩法推荐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457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84048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6459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社交挑战赛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发起好友挑战，利用关系链驱动病毒传播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预估参与人次：XX万+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84048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88720"/>
            <a:ext cx="54864" cy="16459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QQ空间互动广告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1737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在QQ空间信息流中嵌入可互动的小游戏体验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支持试玩+一键跳转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384048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108960"/>
            <a:ext cx="54864" cy="16459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好友组队活动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邀请QQ好友组队完成游戏任务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社交绑定提升留存和活跃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108960"/>
            <a:ext cx="384048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3108960"/>
            <a:ext cx="54864" cy="16459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IP联名合作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与QQ自有IP（如QQ企鹅）联名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提升品牌年轻化认知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7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成功案例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验证过的合作方法论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案例展示：[案例名称]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457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6459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合作背景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[客户名称] × QQ媒体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品类：[游戏品类]  |  档期：[投放时间]  |  预算：[金额]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88720"/>
            <a:ext cx="54864" cy="16459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营销策略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1737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[此处填入案例的核心营销策略和资源组合]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108960"/>
            <a:ext cx="54864" cy="16459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效果数据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总曝光：XX万  |  点击率：X.X%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转化量：XX万  |  ROI：X.X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1089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3108960"/>
            <a:ext cx="54864" cy="16459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客户评价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[此处填入客户的正面反馈或评价]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7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合作报价与排期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灵活的合作方案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推荐合作套餐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套餐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资源组合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预估效果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合作价格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基础版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信息流广告 × 2周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曝光XX万+，点击XX万+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[价格]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进阶版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信息流 + 社交互动 × 1个月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曝光XX万+，互动XX万+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[价格]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旗舰版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开屏 + 信息流 + 社交挑战赛 + IP联名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全链路品效协同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[价格]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期待与您携手共创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社交营销新可能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[销售姓名]  |  [手机号]  |  [企微二维码]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QQ媒体 × 微信小游戏 商业化团队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73E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QQ Media x Mini Game Marketing Proposal</dc:title>
  <dc:subject>PptxGenJS Presentation</dc:subject>
  <dc:creator>QQ Media</dc:creator>
  <cp:lastModifiedBy>QQ Media</cp:lastModifiedBy>
  <cp:revision>1</cp:revision>
  <dcterms:created xsi:type="dcterms:W3CDTF">2026-03-30T04:54:53Z</dcterms:created>
  <dcterms:modified xsi:type="dcterms:W3CDTF">2026-03-30T04:54:53Z</dcterms:modified>
</cp:coreProperties>
</file>