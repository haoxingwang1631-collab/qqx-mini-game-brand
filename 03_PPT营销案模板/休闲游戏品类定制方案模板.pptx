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QQ媒体 × 休闲小游戏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品牌营销定制方案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[游戏名称] 专属方案 ｜ 轻松有趣，社交无限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QQ Media × Mini Game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休闲游戏行业趋势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小游戏赛道的黄金时代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休闲小游戏行业核心趋势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爆发式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市场增长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微信小游戏DAU持续攀升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休闲品类占比最高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IAA为主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变现模式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广告变现为核心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品牌广告需求旺盛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社交化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玩法趋势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社交裂变成为核心增长引擎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好友互动提升留存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休闲游戏 × QQ：天然契合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用户画像完美匹配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休闲游戏核心用户15-30岁，与QQ年轻用户高度重合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碎片化社交场景 = 休闲游戏最佳入口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轻互动创意玩法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QQ聊天场景中嵌入小游戏互动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'发一局'比'发表情'更有趣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社交裂变天然优势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休闲游戏的分享意愿最强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QQ好友链驱动的社交裂变效率最高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品牌年轻化利器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休闲+社交+QQ = 品牌年轻化最佳组合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轻松有趣的品牌形象塑造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定制化合作方案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为您的游戏量身打造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推荐创意玩法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好友PK挑战赛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邀请好友PK分数，排行榜激发竞争欲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预估参与：XX万人次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QQ表情联动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游戏角色制作为QQ表情包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社交传播+品牌曝光双赢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聊天小窗试玩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聊天界面直接嵌入游戏试玩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'发一局给你'的社交新体验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节日限定活动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结合节日热点推出限定活动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短周期爆发式流量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效果预估（短周期投放）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基础版(2周)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进阶版(1个月)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总曝光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QQ信息流 + 空间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总点击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含试玩点击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社交传播人次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好友裂变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预估CTR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X.X%+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高于行业均值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预估CPA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休闲品类优化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让每一次社交互动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都成为一场轻松游戏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[销售姓名]  |  [手机号]  |  [企微二维码]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 × 休闲小游戏 定制方案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F6B6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 x Casual Game Marketing Proposal</dc:title>
  <dc:subject>PptxGenJS Presentation</dc:subject>
  <dc:creator>QQ Media</dc:creator>
  <cp:lastModifiedBy>QQ Media</cp:lastModifiedBy>
  <cp:revision>1</cp:revision>
  <dcterms:created xsi:type="dcterms:W3CDTF">2026-03-30T04:54:53Z</dcterms:created>
  <dcterms:modified xsi:type="dcterms:W3CDTF">2026-03-30T04:54:53Z</dcterms:modified>
</cp:coreProperties>
</file>